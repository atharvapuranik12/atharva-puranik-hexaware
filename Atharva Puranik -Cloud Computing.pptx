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A9F4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09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0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51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2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63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55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4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5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1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64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FDA0C-E003-49E3-8046-04A57B189D61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CC149-0615-48D0-9F31-D5690C923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Cloud Computing</a:t>
            </a:r>
            <a:endParaRPr lang="en-US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Cloud 5"/>
          <p:cNvSpPr/>
          <p:nvPr/>
        </p:nvSpPr>
        <p:spPr>
          <a:xfrm>
            <a:off x="1757362" y="876300"/>
            <a:ext cx="9001125" cy="4667250"/>
          </a:xfrm>
          <a:prstGeom prst="cloud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296400" y="5789613"/>
            <a:ext cx="308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–</a:t>
            </a:r>
          </a:p>
          <a:p>
            <a:r>
              <a:rPr lang="en-US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Atharva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Puranik</a:t>
            </a:r>
            <a:r>
              <a:rPr lang="en-US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 307</a:t>
            </a:r>
          </a:p>
        </p:txBody>
      </p:sp>
    </p:spTree>
    <p:extLst>
      <p:ext uri="{BB962C8B-B14F-4D97-AF65-F5344CB8AC3E}">
        <p14:creationId xmlns:p14="http://schemas.microsoft.com/office/powerpoint/2010/main" val="155426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1051" y="1122363"/>
            <a:ext cx="9886950" cy="887412"/>
          </a:xfrm>
        </p:spPr>
        <p:txBody>
          <a:bodyPr>
            <a:normAutofit/>
          </a:bodyPr>
          <a:lstStyle/>
          <a:p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What is Cloud Computing?</a:t>
            </a:r>
            <a:endParaRPr lang="en-US" sz="5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0" y="2276475"/>
            <a:ext cx="5943600" cy="2981325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computing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delivery of various services over the internet, including storage, computing power, databases, networking, software, analytics, and intelligence. These resources are provided on-demand by cloud service providers, allowing users to access and manage their data and applications remotely rather than relying on local hardware or infrastructure.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2124075"/>
            <a:ext cx="57340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2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5848350" cy="792162"/>
          </a:xfrm>
        </p:spPr>
        <p:txBody>
          <a:bodyPr>
            <a:normAutofit/>
          </a:bodyPr>
          <a:lstStyle/>
          <a:p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Types of Clouds</a:t>
            </a:r>
            <a:endParaRPr lang="en-US" sz="5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1" y="2230438"/>
            <a:ext cx="6134100" cy="1322387"/>
          </a:xfrm>
        </p:spPr>
        <p:txBody>
          <a:bodyPr>
            <a:noAutofit/>
          </a:bodyPr>
          <a:lstStyle/>
          <a:p>
            <a:pPr algn="l"/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Cloud: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Hosted by third-party providers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Accessible over the internet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Cost-effective and scalable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Amazon Web Services (AWS), Google Cloud, Microsoft Azure</a:t>
            </a: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235" y="2308860"/>
            <a:ext cx="3740668" cy="19773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1" y="5276850"/>
            <a:ext cx="1266826" cy="1143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799" y="5276850"/>
            <a:ext cx="1266826" cy="11429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006" y="5276850"/>
            <a:ext cx="1576990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5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990600"/>
            <a:ext cx="6448425" cy="2209800"/>
          </a:xfrm>
        </p:spPr>
        <p:txBody>
          <a:bodyPr>
            <a:noAutofit/>
          </a:bodyPr>
          <a:lstStyle/>
          <a:p>
            <a:pPr algn="l"/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Types of Clouds</a:t>
            </a:r>
            <a:r>
              <a:rPr lang="en-US" sz="5000" dirty="0">
                <a:solidFill>
                  <a:srgbClr val="0070C0"/>
                </a:solidFill>
                <a:latin typeface="Arial Black" panose="020B0A04020102020204" pitchFamily="34" charset="0"/>
              </a:rPr>
              <a:t/>
            </a:r>
            <a:br>
              <a:rPr lang="en-US" sz="50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/>
            </a:r>
            <a:b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US" sz="5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0675" y="2247900"/>
            <a:ext cx="9144000" cy="1466850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Private Cloud</a:t>
            </a:r>
            <a:endParaRPr lang="en-US" sz="2000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exclusively by a single organization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more control and security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hosted on-premises or by a third-party provider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VMware, </a:t>
            </a:r>
            <a:r>
              <a:rPr lang="en-US" sz="2000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OpenStack</a:t>
            </a: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1" name="Picture 3" descr="Private Cloud: Types, Pros &amp; Cons | BotPengui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325" y="1828800"/>
            <a:ext cx="31718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675" y="5129212"/>
            <a:ext cx="2295525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5129211"/>
            <a:ext cx="3286124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63562"/>
          </a:xfrm>
        </p:spPr>
        <p:txBody>
          <a:bodyPr>
            <a:noAutofit/>
          </a:bodyPr>
          <a:lstStyle/>
          <a:p>
            <a:pPr algn="l"/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Types of Clouds</a:t>
            </a:r>
            <a:endParaRPr lang="en-US" sz="5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52649"/>
            <a:ext cx="5810250" cy="1189037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Cloud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Combines public and private clouds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data and applications to be shared between them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for businesses needing both flexibility and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IBM Cloud, Microsoft Azure</a:t>
            </a:r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2053690"/>
            <a:ext cx="4105275" cy="25759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299" y="5386388"/>
            <a:ext cx="1576990" cy="10334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823" y="5395913"/>
            <a:ext cx="1591797" cy="102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7274" y="388938"/>
            <a:ext cx="9144000" cy="935037"/>
          </a:xfrm>
        </p:spPr>
        <p:txBody>
          <a:bodyPr>
            <a:normAutofit/>
          </a:bodyPr>
          <a:lstStyle/>
          <a:p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Major Cloud Providers</a:t>
            </a:r>
            <a:endParaRPr lang="en-US" sz="5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62175" y="1665329"/>
            <a:ext cx="833657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Amazon Web Services (AWS)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rgbClr val="0070C0"/>
                </a:solidFill>
                <a:latin typeface="Arial" panose="020B0604020202020204" pitchFamily="34" charset="0"/>
              </a:rPr>
              <a:t>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eading cloud provider offering a wide range of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IaaS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PaaS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SaaS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Microsoft Azure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Strong hybrid cloud capabilities and support for various development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Google Cloud Platform (GCP)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Specializes in machine learning, data analytics, and containerization.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IBM Cloud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Focuses on AI-driven services and hybrid cloud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Oracle Cloud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Known for enterprise resource planning (ERP) and database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399" y="1545431"/>
            <a:ext cx="1266826" cy="9001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2300288"/>
            <a:ext cx="1576990" cy="10144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399" y="3314700"/>
            <a:ext cx="1266826" cy="114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99" y="4291013"/>
            <a:ext cx="1576990" cy="628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933" y="5257800"/>
            <a:ext cx="1431758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1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391525" cy="963612"/>
          </a:xfrm>
        </p:spPr>
        <p:txBody>
          <a:bodyPr>
            <a:normAutofit/>
          </a:bodyPr>
          <a:lstStyle/>
          <a:p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Cloud Service Models</a:t>
            </a:r>
            <a:endParaRPr lang="en-US" sz="5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1676" y="2601913"/>
            <a:ext cx="5486400" cy="1655762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 "/>
              </a:rPr>
              <a:t>Infrastructure as a Service (</a:t>
            </a:r>
            <a:r>
              <a:rPr lang="en-US" sz="2000" b="1" dirty="0" err="1" smtClean="0">
                <a:solidFill>
                  <a:srgbClr val="0070C0"/>
                </a:solidFill>
                <a:latin typeface="Arial "/>
              </a:rPr>
              <a:t>IaaS</a:t>
            </a:r>
            <a:r>
              <a:rPr lang="en-US" sz="2000" b="1" dirty="0" smtClean="0">
                <a:solidFill>
                  <a:srgbClr val="0070C0"/>
                </a:solidFill>
                <a:latin typeface="Arial "/>
              </a:rPr>
              <a:t>)</a:t>
            </a:r>
            <a:r>
              <a:rPr lang="en-US" sz="2000" dirty="0" smtClean="0">
                <a:solidFill>
                  <a:srgbClr val="0070C0"/>
                </a:solidFill>
                <a:latin typeface="Arial "/>
              </a:rPr>
              <a:t>: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 "/>
              </a:rPr>
              <a:t>Provides virtualized computing resources over the internet.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 "/>
              </a:rPr>
              <a:t>Users can rent servers, storage, and networking hardware.</a:t>
            </a:r>
          </a:p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 "/>
              </a:rPr>
              <a:t>Examples</a:t>
            </a:r>
            <a:r>
              <a:rPr lang="en-US" sz="2000" dirty="0" smtClean="0">
                <a:solidFill>
                  <a:srgbClr val="0070C0"/>
                </a:solidFill>
                <a:latin typeface="Arial "/>
              </a:rPr>
              <a:t>: AWS EC2, Google Compute Engine, Microsoft Azure VMs.</a:t>
            </a:r>
            <a:endParaRPr lang="en-US" sz="2000" dirty="0">
              <a:solidFill>
                <a:srgbClr val="0070C0"/>
              </a:solidFill>
              <a:latin typeface="Arial 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5" y="2528887"/>
            <a:ext cx="35814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7" y="2219325"/>
            <a:ext cx="5281613" cy="2543175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 as a Service (</a:t>
            </a:r>
            <a:r>
              <a:rPr lang="en-US" sz="20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PaaS</a:t>
            </a:r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a development environment to build, test, and deploy applications.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Developers focus on writing code without managing underlying infrastructure.</a:t>
            </a:r>
          </a:p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Google App Engine, AWS Elastic Beanstalk, Azure App Services.</a:t>
            </a:r>
          </a:p>
          <a:p>
            <a:pPr algn="just"/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0237" y="885825"/>
            <a:ext cx="84296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Cloud Service Models</a:t>
            </a:r>
            <a:endParaRPr lang="en-US" sz="5000" dirty="0"/>
          </a:p>
        </p:txBody>
      </p:sp>
      <p:pic>
        <p:nvPicPr>
          <p:cNvPr id="5122" name="Picture 2" descr="What is PaaS? - Platform as a Service Definition, Benefits, Platforms &amp;  Providers | RingCentral Blog U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0" y="2219325"/>
            <a:ext cx="4448175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1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3525" y="2009775"/>
            <a:ext cx="5410200" cy="287655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as a Service (</a:t>
            </a:r>
            <a:r>
              <a:rPr lang="en-US" sz="20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SaaS</a:t>
            </a:r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Delivers fully functional software applications over the internet.</a:t>
            </a:r>
          </a:p>
          <a:p>
            <a:pPr algn="just"/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access software via browsers, without installation or maintenance.</a:t>
            </a:r>
          </a:p>
          <a:p>
            <a:pPr algn="just"/>
            <a:r>
              <a:rPr lang="en-US" sz="20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sz="20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Google Workspace, Microsoft 365, Salesforce.</a:t>
            </a:r>
          </a:p>
          <a:p>
            <a:pPr algn="just"/>
            <a:endParaRPr lang="en-US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33525" y="739259"/>
            <a:ext cx="777527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Cloud Service Models</a:t>
            </a:r>
            <a:endParaRPr lang="en-US" sz="5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337" y="2480430"/>
            <a:ext cx="4624389" cy="13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Thank You!!!!</a:t>
            </a:r>
            <a:endParaRPr lang="en-US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Cloud 3"/>
          <p:cNvSpPr/>
          <p:nvPr/>
        </p:nvSpPr>
        <p:spPr>
          <a:xfrm>
            <a:off x="1647825" y="1295400"/>
            <a:ext cx="9201150" cy="3952875"/>
          </a:xfrm>
          <a:prstGeom prst="cloud">
            <a:avLst/>
          </a:prstGeom>
          <a:solidFill>
            <a:schemeClr val="bg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5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382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</vt:lpstr>
      <vt:lpstr>Arial Black</vt:lpstr>
      <vt:lpstr>Calibri</vt:lpstr>
      <vt:lpstr>Calibri Light</vt:lpstr>
      <vt:lpstr>Office Theme</vt:lpstr>
      <vt:lpstr>Cloud Computing</vt:lpstr>
      <vt:lpstr>What is Cloud Computing?</vt:lpstr>
      <vt:lpstr>Types of Clouds</vt:lpstr>
      <vt:lpstr>Types of Clouds  </vt:lpstr>
      <vt:lpstr>Types of Clouds</vt:lpstr>
      <vt:lpstr>Major Cloud Providers</vt:lpstr>
      <vt:lpstr>Cloud Service Models</vt:lpstr>
      <vt:lpstr>PowerPoint Presentation</vt:lpstr>
      <vt:lpstr>PowerPoint Presentation</vt:lpstr>
      <vt:lpstr>Thank You!!!!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HP</dc:creator>
  <cp:lastModifiedBy>HP</cp:lastModifiedBy>
  <cp:revision>16</cp:revision>
  <dcterms:created xsi:type="dcterms:W3CDTF">2024-10-16T04:41:11Z</dcterms:created>
  <dcterms:modified xsi:type="dcterms:W3CDTF">2024-10-16T06:27:24Z</dcterms:modified>
</cp:coreProperties>
</file>